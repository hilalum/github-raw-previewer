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Hello, GitHub!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This is a test presentation for GitHub Raw Previewer.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